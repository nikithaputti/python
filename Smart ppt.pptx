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Lst>
  <p:sldSz cx="18288000" cy="10287000"/>
  <p:notesSz cx="6858000" cy="9144000"/>
  <p:embeddedFontLst>
    <p:embeddedFont>
      <p:font typeface="Arbutus Slab" panose="020B0604020202020204" charset="0"/>
      <p:regular r:id="rId11"/>
    </p:embeddedFont>
    <p:embeddedFont>
      <p:font typeface="Barlow" panose="000005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1284" y="-167639"/>
            <a:ext cx="17656236" cy="10568939"/>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r>
              <a:rPr lang="en-IN" sz="4800" dirty="0"/>
              <a:t>                            </a:t>
            </a:r>
          </a:p>
          <a:p>
            <a:endParaRPr lang="en-IN" sz="4800" dirty="0"/>
          </a:p>
          <a:p>
            <a:endParaRPr lang="en-IN" sz="4800" dirty="0"/>
          </a:p>
          <a:p>
            <a:endParaRPr lang="en-IN" sz="4800" dirty="0"/>
          </a:p>
          <a:p>
            <a:endParaRPr lang="en-IN" sz="4800" dirty="0"/>
          </a:p>
          <a:p>
            <a:endParaRPr lang="en-IN" sz="4800" dirty="0"/>
          </a:p>
          <a:p>
            <a:r>
              <a:rPr lang="en-IN" sz="4800" b="1" dirty="0"/>
              <a:t>                                                                                   Smart Voice Assistant</a:t>
            </a:r>
          </a:p>
        </p:txBody>
      </p:sp>
      <p:pic>
        <p:nvPicPr>
          <p:cNvPr id="1028" name="Picture 4" descr="13,600+ Voice Assistant Stock Photos, Pictures &amp; Royalty-Free Images -  iStock | Voice assistant icon, Digital voice assistant, Voice assistant home">
            <a:extLst>
              <a:ext uri="{FF2B5EF4-FFF2-40B4-BE49-F238E27FC236}">
                <a16:creationId xmlns:a16="http://schemas.microsoft.com/office/drawing/2014/main" id="{7CEE6136-764E-B562-AD04-4759C19AA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23" y="-381000"/>
            <a:ext cx="11353800" cy="10744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4000" dirty="0"/>
              <a:t>                                                </a:t>
            </a:r>
            <a:r>
              <a:rPr lang="en-IN" sz="4000" dirty="0" err="1"/>
              <a:t>P.Nikitha</a:t>
            </a:r>
            <a:r>
              <a:rPr lang="en-IN" sz="4000" dirty="0"/>
              <a:t>  -    AP23110011539</a:t>
            </a:r>
          </a:p>
          <a:p>
            <a:r>
              <a:rPr lang="en-IN" sz="4000" dirty="0"/>
              <a:t>                                                </a:t>
            </a:r>
            <a:r>
              <a:rPr lang="en-IN" sz="4000" dirty="0" err="1"/>
              <a:t>A.Hema</a:t>
            </a:r>
            <a:r>
              <a:rPr lang="en-IN" sz="4000" dirty="0"/>
              <a:t> Kalyani – AP23110011488</a:t>
            </a:r>
          </a:p>
          <a:p>
            <a:r>
              <a:rPr lang="en-IN" sz="4000" dirty="0"/>
              <a:t>                                                </a:t>
            </a:r>
            <a:r>
              <a:rPr lang="en-IN" sz="4000" dirty="0" err="1"/>
              <a:t>S.Venkata</a:t>
            </a:r>
            <a:r>
              <a:rPr lang="en-IN" sz="4000" dirty="0"/>
              <a:t> Lalitha – AP23110011534</a:t>
            </a:r>
          </a:p>
        </p:txBody>
      </p:sp>
      <p:sp>
        <p:nvSpPr>
          <p:cNvPr id="15" name="TextBox 15"/>
          <p:cNvSpPr txBox="1"/>
          <p:nvPr/>
        </p:nvSpPr>
        <p:spPr>
          <a:xfrm>
            <a:off x="3016527" y="2584188"/>
            <a:ext cx="6902066" cy="1633618"/>
          </a:xfrm>
          <a:prstGeom prst="rect">
            <a:avLst/>
          </a:prstGeom>
        </p:spPr>
        <p:txBody>
          <a:bodyPr lIns="0" tIns="0" rIns="0" bIns="0" rtlCol="0" anchor="t">
            <a:spAutoFit/>
          </a:bodyPr>
          <a:lstStyle/>
          <a:p>
            <a:pPr algn="l">
              <a:lnSpc>
                <a:spcPts val="13383"/>
              </a:lnSpc>
            </a:pPr>
            <a:r>
              <a:rPr lang="en-US" sz="9559" spc="-191" dirty="0">
                <a:solidFill>
                  <a:srgbClr val="34624B"/>
                </a:solidFill>
                <a:latin typeface="Arbutus Slab"/>
                <a:ea typeface="Arbutus Slab"/>
                <a:cs typeface="Arbutus Slab"/>
                <a:sym typeface="Arbutus Slab"/>
              </a:rPr>
              <a:t>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66899" y="0"/>
            <a:ext cx="145542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r>
              <a:rPr lang="en-US" dirty="0"/>
              <a:t>                                                                                           </a:t>
            </a:r>
            <a:r>
              <a:rPr lang="en-US" sz="6000" dirty="0"/>
              <a:t>Introduction</a:t>
            </a:r>
          </a:p>
          <a:p>
            <a:endParaRPr lang="en-US" dirty="0"/>
          </a:p>
          <a:p>
            <a:endParaRPr lang="en-US" sz="3200" dirty="0"/>
          </a:p>
          <a:p>
            <a:r>
              <a:rPr lang="en-US" sz="3200" dirty="0"/>
              <a:t>A Smart Voice Assistant is a computer program that can listen to you and talk back                                         to you. It helps  you by doing things when you tell it to do something with some words,        like opening websites, displaying the time, or answering common questions.</a:t>
            </a:r>
          </a:p>
          <a:p>
            <a:endParaRPr lang="en-US" sz="3200" dirty="0"/>
          </a:p>
          <a:p>
            <a:endParaRPr lang="en-US" sz="3200" dirty="0"/>
          </a:p>
          <a:p>
            <a:r>
              <a:rPr lang="en-US" sz="3200" dirty="0"/>
              <a:t>You don't need to click or type — you simply speak, and it listens. Voice assistants are used by most on their phones, laptops, or smart home systems. They are simpler technology to use, especially if one finds it difficult to type or search.</a:t>
            </a:r>
          </a:p>
          <a:p>
            <a:endParaRPr lang="en-US" sz="3200" dirty="0"/>
          </a:p>
          <a:p>
            <a:endParaRPr lang="en-US" sz="3200" dirty="0"/>
          </a:p>
          <a:p>
            <a:r>
              <a:rPr lang="en-US" sz="3200" dirty="0"/>
              <a:t>In this project, we created a basic voice assistant with Python. It can recognize your voice and execute commands such as opening Google or YouTube, giving the time, or even closing the computer.</a:t>
            </a:r>
            <a:endParaRPr lang="en-IN" sz="3200" dirty="0"/>
          </a:p>
        </p:txBody>
      </p:sp>
      <p:sp>
        <p:nvSpPr>
          <p:cNvPr id="10" name="TextBox 10"/>
          <p:cNvSpPr txBox="1"/>
          <p:nvPr/>
        </p:nvSpPr>
        <p:spPr>
          <a:xfrm>
            <a:off x="3896732" y="4874866"/>
            <a:ext cx="4430040" cy="572080"/>
          </a:xfrm>
          <a:prstGeom prst="rect">
            <a:avLst/>
          </a:prstGeom>
        </p:spPr>
        <p:txBody>
          <a:bodyPr lIns="0" tIns="0" rIns="0" bIns="0" rtlCol="0" anchor="t">
            <a:spAutoFit/>
          </a:bodyPr>
          <a:lstStyle/>
          <a:p>
            <a:pPr algn="ctr">
              <a:lnSpc>
                <a:spcPts val="4979"/>
              </a:lnSpc>
            </a:pPr>
            <a:endParaRPr lang="en-US" sz="3556" dirty="0">
              <a:solidFill>
                <a:srgbClr val="4A7D63"/>
              </a:solidFill>
              <a:latin typeface="Barlow"/>
              <a:ea typeface="Barlow"/>
              <a:cs typeface="Barlow"/>
              <a:sym typeface="Barlow"/>
            </a:endParaRPr>
          </a:p>
        </p:txBody>
      </p:sp>
      <p:sp>
        <p:nvSpPr>
          <p:cNvPr id="11" name="TextBox 11"/>
          <p:cNvSpPr txBox="1"/>
          <p:nvPr/>
        </p:nvSpPr>
        <p:spPr>
          <a:xfrm>
            <a:off x="4478702" y="1482917"/>
            <a:ext cx="9330595" cy="1631042"/>
          </a:xfrm>
          <a:prstGeom prst="rect">
            <a:avLst/>
          </a:prstGeom>
        </p:spPr>
        <p:txBody>
          <a:bodyPr lIns="0" tIns="0" rIns="0" bIns="0" rtlCol="0" anchor="t">
            <a:spAutoFit/>
          </a:bodyPr>
          <a:lstStyle/>
          <a:p>
            <a:pPr algn="ctr">
              <a:lnSpc>
                <a:spcPts val="13383"/>
              </a:lnSpc>
            </a:pPr>
            <a:endParaRPr lang="en-US" sz="9559" spc="-191" dirty="0">
              <a:solidFill>
                <a:srgbClr val="34624B"/>
              </a:solidFill>
              <a:latin typeface="Arbutus Slab"/>
              <a:ea typeface="Arbutus Slab"/>
              <a:cs typeface="Arbutus Slab"/>
              <a:sym typeface="Arbutus Slab"/>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137160"/>
            <a:ext cx="18288000" cy="104013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IN" sz="3600" dirty="0"/>
              <a:t>Typing or searching manually takes time and effort</a:t>
            </a:r>
          </a:p>
          <a:p>
            <a:endParaRPr lang="en-IN" sz="3600" dirty="0"/>
          </a:p>
          <a:p>
            <a:r>
              <a:rPr lang="en-IN" sz="3600" dirty="0"/>
              <a:t>                                Some users have difficulty using  a mouse or keyboard</a:t>
            </a:r>
          </a:p>
          <a:p>
            <a:r>
              <a:rPr lang="en-IN" sz="3600" dirty="0"/>
              <a:t>                                    </a:t>
            </a:r>
          </a:p>
          <a:p>
            <a:r>
              <a:rPr lang="en-IN" sz="3600" dirty="0"/>
              <a:t>                                There is a need for a simple, hands-free way to control a computer</a:t>
            </a:r>
          </a:p>
          <a:p>
            <a:endParaRPr lang="en-IN" sz="3600" dirty="0"/>
          </a:p>
          <a:p>
            <a:r>
              <a:rPr lang="en-IN" sz="3600" dirty="0"/>
              <a:t>                                 </a:t>
            </a:r>
            <a:r>
              <a:rPr lang="en-US" sz="3600" dirty="0"/>
              <a:t>People want to multitask, and voice commands help save time.</a:t>
            </a:r>
            <a:endParaRPr lang="en-IN" sz="3600" dirty="0"/>
          </a:p>
        </p:txBody>
      </p:sp>
      <p:sp>
        <p:nvSpPr>
          <p:cNvPr id="11" name="TextBox 11"/>
          <p:cNvSpPr txBox="1"/>
          <p:nvPr/>
        </p:nvSpPr>
        <p:spPr>
          <a:xfrm>
            <a:off x="2133600" y="190500"/>
            <a:ext cx="14604704" cy="1604863"/>
          </a:xfrm>
          <a:prstGeom prst="rect">
            <a:avLst/>
          </a:prstGeom>
        </p:spPr>
        <p:txBody>
          <a:bodyPr wrap="square" lIns="0" tIns="0" rIns="0" bIns="0" rtlCol="0" anchor="t">
            <a:spAutoFit/>
          </a:bodyPr>
          <a:lstStyle/>
          <a:p>
            <a:pPr algn="l">
              <a:lnSpc>
                <a:spcPts val="13383"/>
              </a:lnSpc>
            </a:pPr>
            <a:r>
              <a:rPr lang="en-US" sz="9559" spc="-191" dirty="0">
                <a:solidFill>
                  <a:srgbClr val="34624B"/>
                </a:solidFill>
                <a:latin typeface="Arbutus Slab"/>
                <a:ea typeface="Arbutus Slab"/>
                <a:cs typeface="Arbutus Slab"/>
                <a:sym typeface="Arbutus Slab"/>
              </a:rPr>
              <a:t>    </a:t>
            </a:r>
            <a:r>
              <a:rPr lang="en-US" sz="9559" b="1" spc="-191" dirty="0">
                <a:solidFill>
                  <a:srgbClr val="34624B"/>
                </a:solidFill>
                <a:latin typeface="Arbutus Slab"/>
                <a:ea typeface="Arbutus Slab"/>
                <a:cs typeface="Arbutus Slab"/>
                <a:sym typeface="Arbutus Slab"/>
              </a:rPr>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800" dirty="0"/>
              <a:t>               </a:t>
            </a:r>
            <a:r>
              <a:rPr lang="en-US" sz="3200" dirty="0"/>
              <a:t>To develop a voice-controlled assistant that can understand and respond to user commands.</a:t>
            </a:r>
          </a:p>
          <a:p>
            <a:r>
              <a:rPr lang="en-US" sz="3200" dirty="0"/>
              <a:t>             To allow users to perform tasks like opening websites or applications using just their voice.</a:t>
            </a:r>
          </a:p>
          <a:p>
            <a:r>
              <a:rPr lang="en-US" sz="3200" dirty="0"/>
              <a:t>             To save time and make multitasking easier by using hands-free interaction.</a:t>
            </a:r>
          </a:p>
          <a:p>
            <a:r>
              <a:rPr lang="en-US" sz="3200" dirty="0"/>
              <a:t>             To integrate text-to-speech and speech-to-text technologies for smooth communication.</a:t>
            </a:r>
          </a:p>
          <a:p>
            <a:r>
              <a:rPr lang="en-US" sz="3200" dirty="0"/>
              <a:t>             To create a simple and user-friendly Python-based program.</a:t>
            </a:r>
          </a:p>
          <a:p>
            <a:r>
              <a:rPr lang="en-US" sz="3200" dirty="0"/>
              <a:t>             To explore real-time command execution using natural language.</a:t>
            </a:r>
          </a:p>
          <a:p>
            <a:r>
              <a:rPr lang="en-IN" dirty="0"/>
              <a:t> </a:t>
            </a:r>
          </a:p>
        </p:txBody>
      </p:sp>
      <p:sp>
        <p:nvSpPr>
          <p:cNvPr id="11" name="TextBox 11"/>
          <p:cNvSpPr txBox="1"/>
          <p:nvPr/>
        </p:nvSpPr>
        <p:spPr>
          <a:xfrm>
            <a:off x="3614514" y="2482830"/>
            <a:ext cx="8577486" cy="1604863"/>
          </a:xfrm>
          <a:prstGeom prst="rect">
            <a:avLst/>
          </a:prstGeom>
        </p:spPr>
        <p:txBody>
          <a:bodyPr wrap="square" lIns="0" tIns="0" rIns="0" bIns="0" rtlCol="0" anchor="t">
            <a:spAutoFit/>
          </a:bodyPr>
          <a:lstStyle/>
          <a:p>
            <a:pPr algn="l">
              <a:lnSpc>
                <a:spcPts val="13383"/>
              </a:lnSpc>
            </a:pPr>
            <a:r>
              <a:rPr lang="en-US" sz="9559" spc="-191" dirty="0">
                <a:solidFill>
                  <a:srgbClr val="34624B"/>
                </a:solidFill>
                <a:latin typeface="Arbutus Slab"/>
                <a:ea typeface="Arbutus Slab"/>
                <a:cs typeface="Arbutus Slab"/>
                <a:sym typeface="Arbutus Slab"/>
              </a:rPr>
              <a:t>     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3200" dirty="0"/>
              <a:t>                                                    Opens Websites like Google, YouTube</a:t>
            </a:r>
          </a:p>
          <a:p>
            <a:r>
              <a:rPr lang="en-IN" sz="3200" dirty="0"/>
              <a:t>                                                    Search questions on Wikipedia</a:t>
            </a:r>
          </a:p>
          <a:p>
            <a:r>
              <a:rPr lang="en-IN" sz="3200" dirty="0"/>
              <a:t>                                                    Tells the current time and date</a:t>
            </a:r>
          </a:p>
          <a:p>
            <a:r>
              <a:rPr lang="en-IN" sz="3200" dirty="0"/>
              <a:t>                                                    Responds politely to questions</a:t>
            </a:r>
          </a:p>
          <a:p>
            <a:r>
              <a:rPr lang="en-IN" sz="3200" dirty="0"/>
              <a:t>                                                    Shuts down the system</a:t>
            </a:r>
          </a:p>
          <a:p>
            <a:r>
              <a:rPr lang="en-IN" sz="3200" dirty="0"/>
              <a:t>                                                    Custom greeting and name response</a:t>
            </a:r>
          </a:p>
        </p:txBody>
      </p:sp>
      <p:sp>
        <p:nvSpPr>
          <p:cNvPr id="11" name="TextBox 11"/>
          <p:cNvSpPr txBox="1"/>
          <p:nvPr/>
        </p:nvSpPr>
        <p:spPr>
          <a:xfrm>
            <a:off x="4478702" y="2341465"/>
            <a:ext cx="9330595" cy="1631042"/>
          </a:xfrm>
          <a:prstGeom prst="rect">
            <a:avLst/>
          </a:prstGeom>
        </p:spPr>
        <p:txBody>
          <a:bodyPr lIns="0" tIns="0" rIns="0" bIns="0" rtlCol="0" anchor="t">
            <a:spAutoFit/>
          </a:bodyPr>
          <a:lstStyle/>
          <a:p>
            <a:pPr algn="ctr">
              <a:lnSpc>
                <a:spcPts val="13383"/>
              </a:lnSpc>
            </a:pPr>
            <a:r>
              <a:rPr lang="en-US" sz="9559" spc="-191" dirty="0">
                <a:solidFill>
                  <a:srgbClr val="34624B"/>
                </a:solidFill>
                <a:latin typeface="Arbutus Slab"/>
                <a:ea typeface="Arbutus Slab"/>
                <a:cs typeface="Arbutus Slab"/>
                <a:sym typeface="Arbutus Slab"/>
              </a:rPr>
              <a:t>Key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3800" dirty="0"/>
              <a:t>                                               Hands-free control of the computer</a:t>
            </a:r>
          </a:p>
          <a:p>
            <a:r>
              <a:rPr lang="en-IN" sz="3800" dirty="0"/>
              <a:t>                                               Useful for multitasking</a:t>
            </a:r>
          </a:p>
          <a:p>
            <a:r>
              <a:rPr lang="en-IN" sz="3800" dirty="0"/>
              <a:t>                                               Helpful for physically challenged users</a:t>
            </a:r>
          </a:p>
          <a:p>
            <a:r>
              <a:rPr lang="en-IN" sz="3800" dirty="0"/>
              <a:t>                                               Fast and interactive system</a:t>
            </a:r>
          </a:p>
          <a:p>
            <a:r>
              <a:rPr lang="en-IN" sz="3800" dirty="0"/>
              <a:t>                                               Reduces time spent on typing or searching manually</a:t>
            </a:r>
          </a:p>
          <a:p>
            <a:r>
              <a:rPr lang="en-IN" dirty="0"/>
              <a:t>  </a:t>
            </a:r>
            <a:endParaRPr lang="en-IN" sz="3600" dirty="0"/>
          </a:p>
        </p:txBody>
      </p:sp>
      <p:sp>
        <p:nvSpPr>
          <p:cNvPr id="10" name="TextBox 10"/>
          <p:cNvSpPr txBox="1"/>
          <p:nvPr/>
        </p:nvSpPr>
        <p:spPr>
          <a:xfrm>
            <a:off x="4478702" y="2433714"/>
            <a:ext cx="9330595" cy="1631042"/>
          </a:xfrm>
          <a:prstGeom prst="rect">
            <a:avLst/>
          </a:prstGeom>
        </p:spPr>
        <p:txBody>
          <a:bodyPr lIns="0" tIns="0" rIns="0" bIns="0" rtlCol="0" anchor="t">
            <a:spAutoFit/>
          </a:bodyPr>
          <a:lstStyle/>
          <a:p>
            <a:pPr algn="ctr">
              <a:lnSpc>
                <a:spcPts val="13383"/>
              </a:lnSpc>
            </a:pPr>
            <a:r>
              <a:rPr lang="en-US" sz="9559" b="1" spc="-191" dirty="0">
                <a:solidFill>
                  <a:srgbClr val="34624B"/>
                </a:solidFill>
                <a:latin typeface="Arbutus Slab"/>
                <a:ea typeface="Arbutus Slab"/>
                <a:cs typeface="Arbutus Slab"/>
                <a:sym typeface="Arbutus Slab"/>
              </a:rPr>
              <a:t>Benefits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r>
              <a:rPr lang="en-IN" sz="3600" dirty="0"/>
              <a:t>This voice assistant project shows how simple tasks can be controlled with voice</a:t>
            </a:r>
          </a:p>
          <a:p>
            <a:r>
              <a:rPr lang="en-IN" sz="3600" dirty="0"/>
              <a:t>                      It reduces the need for a keyboard and mouse</a:t>
            </a:r>
          </a:p>
          <a:p>
            <a:r>
              <a:rPr lang="en-IN" sz="3600" dirty="0"/>
              <a:t>                      With further development, it can become more intelligent and helpful</a:t>
            </a:r>
          </a:p>
        </p:txBody>
      </p:sp>
      <p:sp>
        <p:nvSpPr>
          <p:cNvPr id="11" name="TextBox 11"/>
          <p:cNvSpPr txBox="1"/>
          <p:nvPr/>
        </p:nvSpPr>
        <p:spPr>
          <a:xfrm>
            <a:off x="4478702" y="2341465"/>
            <a:ext cx="9330595" cy="1631042"/>
          </a:xfrm>
          <a:prstGeom prst="rect">
            <a:avLst/>
          </a:prstGeom>
        </p:spPr>
        <p:txBody>
          <a:bodyPr lIns="0" tIns="0" rIns="0" bIns="0" rtlCol="0" anchor="t">
            <a:spAutoFit/>
          </a:bodyPr>
          <a:lstStyle/>
          <a:p>
            <a:pPr algn="ctr">
              <a:lnSpc>
                <a:spcPts val="13383"/>
              </a:lnSpc>
            </a:pPr>
            <a:r>
              <a:rPr lang="en-US" sz="9559" spc="-191">
                <a:solidFill>
                  <a:srgbClr val="34624B"/>
                </a:solidFill>
                <a:latin typeface="Arbutus Slab"/>
                <a:ea typeface="Arbutus Slab"/>
                <a:cs typeface="Arbutus Slab"/>
                <a:sym typeface="Arbutus Slab"/>
              </a:rPr>
              <a:t>Conclusion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888" b="-16888"/>
            </a:stretch>
          </a:blipFill>
        </p:spPr>
      </p:sp>
      <p:sp>
        <p:nvSpPr>
          <p:cNvPr id="3" name="TextBox 3"/>
          <p:cNvSpPr txBox="1"/>
          <p:nvPr/>
        </p:nvSpPr>
        <p:spPr>
          <a:xfrm>
            <a:off x="3752242" y="3203110"/>
            <a:ext cx="10783517" cy="4318930"/>
          </a:xfrm>
          <a:prstGeom prst="rect">
            <a:avLst/>
          </a:prstGeom>
        </p:spPr>
        <p:txBody>
          <a:bodyPr lIns="0" tIns="0" rIns="0" bIns="0" rtlCol="0" anchor="t">
            <a:spAutoFit/>
          </a:bodyPr>
          <a:lstStyle/>
          <a:p>
            <a:pPr algn="ctr">
              <a:lnSpc>
                <a:spcPts val="16508"/>
              </a:lnSpc>
            </a:pPr>
            <a:r>
              <a:rPr lang="en-US" sz="17562" spc="-351">
                <a:solidFill>
                  <a:srgbClr val="34624B"/>
                </a:solidFill>
                <a:latin typeface="Arbutus Slab"/>
                <a:ea typeface="Arbutus Slab"/>
                <a:cs typeface="Arbutus Slab"/>
                <a:sym typeface="Arbutus Slab"/>
              </a:rPr>
              <a:t>Thank</a:t>
            </a:r>
          </a:p>
          <a:p>
            <a:pPr algn="ctr">
              <a:lnSpc>
                <a:spcPts val="16508"/>
              </a:lnSpc>
            </a:pPr>
            <a:r>
              <a:rPr lang="en-US" sz="17562" spc="-351">
                <a:solidFill>
                  <a:srgbClr val="34624B"/>
                </a:solidFill>
                <a:latin typeface="Arbutus Slab"/>
                <a:ea typeface="Arbutus Slab"/>
                <a:cs typeface="Arbutus Slab"/>
                <a:sym typeface="Arbutus Slab"/>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406</Words>
  <Application>Microsoft Office PowerPoint</Application>
  <PresentationFormat>Custom</PresentationFormat>
  <Paragraphs>154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Barlow</vt:lpstr>
      <vt:lpstr>Calibri</vt:lpstr>
      <vt:lpstr>Arbutus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Leaf Watercolor Project Presentation</dc:title>
  <dc:creator>Kalyani A</dc:creator>
  <cp:lastModifiedBy>Kalyani A</cp:lastModifiedBy>
  <cp:revision>3</cp:revision>
  <dcterms:created xsi:type="dcterms:W3CDTF">2006-08-16T00:00:00Z</dcterms:created>
  <dcterms:modified xsi:type="dcterms:W3CDTF">2025-04-16T10:32:20Z</dcterms:modified>
  <dc:identifier>DAGksY-hZog</dc:identifier>
</cp:coreProperties>
</file>